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1FF986-4C8A-4BEF-B98C-12DC60806B96}" v="204" dt="2026-10-10T05:41:14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9155" y="1322180"/>
            <a:ext cx="7662928" cy="1473201"/>
          </a:xfrm>
        </p:spPr>
        <p:txBody>
          <a:bodyPr>
            <a:normAutofit/>
          </a:bodyPr>
          <a:lstStyle/>
          <a:p>
            <a:r>
              <a:rPr lang="en-US" sz="3600" b="1">
                <a:ea typeface="+mj-lt"/>
                <a:cs typeface="+mj-lt"/>
              </a:rPr>
              <a:t>Project Introduction:</a:t>
            </a:r>
            <a:endParaRPr lang="en-US" sz="36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D4B9BB-7520-74CB-EB3F-F24E8CA9B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0" y="70139"/>
            <a:ext cx="12172950" cy="16469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F30047-C633-1CC8-63E4-85F553EB2FFD}"/>
              </a:ext>
            </a:extLst>
          </p:cNvPr>
          <p:cNvSpPr txBox="1"/>
          <p:nvPr/>
        </p:nvSpPr>
        <p:spPr>
          <a:xfrm>
            <a:off x="214649" y="2913845"/>
            <a:ext cx="6729212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2400" b="1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Project Title: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 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Emergency Resource Sharing System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  <a:endParaRPr lang="en-US" sz="2800" b="0" i="0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 algn="ctr"/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One-line Idea: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A MERN stack platform to connect donors and find essential resources instantly during emergencies.</a:t>
            </a:r>
            <a:endParaRPr lang="en-US" sz="2800"/>
          </a:p>
          <a:p>
            <a:pPr algn="ctr"/>
            <a:endParaRPr lang="en-US" sz="2800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 algn="ctr" rtl="0"/>
            <a:r>
              <a:rPr lang="en-US" sz="2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  <a:endParaRPr lang="en-US" sz="2800" b="0" i="0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 algn="ctr"/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57F4AA-BD1A-FE73-3602-465BCF0EF49C}"/>
              </a:ext>
            </a:extLst>
          </p:cNvPr>
          <p:cNvSpPr txBox="1"/>
          <p:nvPr/>
        </p:nvSpPr>
        <p:spPr>
          <a:xfrm>
            <a:off x="9144000" y="4749084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Team Members:</a:t>
            </a:r>
            <a:r>
              <a:rPr lang="en-US" dirty="0"/>
              <a:t> </a:t>
            </a:r>
          </a:p>
          <a:p>
            <a:r>
              <a:rPr lang="en-US"/>
              <a:t>S. Sai Rithvika</a:t>
            </a:r>
          </a:p>
          <a:p>
            <a:r>
              <a:rPr lang="en-US"/>
              <a:t>K. Keerthi Reddy</a:t>
            </a:r>
          </a:p>
          <a:p>
            <a:r>
              <a:rPr lang="en-US" dirty="0"/>
              <a:t> B. Keerthisri </a:t>
            </a:r>
          </a:p>
          <a:p>
            <a:r>
              <a:rPr lang="en-US"/>
              <a:t>A. Deekshitha</a:t>
            </a: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73AD8B-FF51-8083-1BD5-57DDA8761C87}"/>
              </a:ext>
            </a:extLst>
          </p:cNvPr>
          <p:cNvSpPr txBox="1"/>
          <p:nvPr/>
        </p:nvSpPr>
        <p:spPr>
          <a:xfrm>
            <a:off x="375634" y="5639873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Problem Domain:</a:t>
            </a:r>
            <a:r>
              <a:rPr lang="en-US"/>
              <a:t> Disaster Management, Health Tech, and Social Impact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3B5E76-33F8-3A4E-432C-0E7336F8B442}"/>
              </a:ext>
            </a:extLst>
          </p:cNvPr>
          <p:cNvSpPr txBox="1"/>
          <p:nvPr/>
        </p:nvSpPr>
        <p:spPr>
          <a:xfrm>
            <a:off x="560718" y="1718093"/>
            <a:ext cx="11070565" cy="42165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The Challenge</a:t>
            </a:r>
          </a:p>
          <a:p>
            <a:pPr marL="228600" indent="-228600">
              <a:buFont typeface=""/>
              <a:buChar char="•"/>
            </a:pPr>
            <a:r>
              <a:rPr lang="en-US" sz="2400" b="1"/>
              <a:t>Real-world Problem:</a:t>
            </a:r>
            <a:r>
              <a:rPr lang="en-US" sz="2400"/>
              <a:t> During floods, natural disasters, or urgent medical crises, people frequently struggle to find nearby life-essential supplies.</a:t>
            </a:r>
            <a:endParaRPr lang="en-US" sz="2400" dirty="0"/>
          </a:p>
          <a:p>
            <a:pPr marL="228600" indent="-228600">
              <a:buFont typeface=""/>
              <a:buChar char="•"/>
            </a:pPr>
            <a:r>
              <a:rPr lang="en-US" sz="2400" b="1"/>
              <a:t>Why It Matters:</a:t>
            </a:r>
            <a:r>
              <a:rPr lang="en-US" sz="2400"/>
              <a:t> Delays in accessing critical resources can cost lives and worsen crisis management.</a:t>
            </a:r>
            <a:endParaRPr lang="en-US" sz="2400" dirty="0"/>
          </a:p>
          <a:p>
            <a:pPr marL="228600" indent="-228600">
              <a:buFont typeface=""/>
              <a:buChar char="•"/>
            </a:pPr>
            <a:r>
              <a:rPr lang="en-US" sz="2400" b="1"/>
              <a:t>Key Challenges Faced:</a:t>
            </a:r>
          </a:p>
          <a:p>
            <a:pPr marL="228600" lvl="1" indent="-228600">
              <a:buFont typeface=""/>
              <a:buChar char="•"/>
            </a:pPr>
            <a:r>
              <a:rPr lang="en-US" sz="2400"/>
              <a:t>Lack of a centralized, trusted platform for verified resource availability.</a:t>
            </a:r>
            <a:endParaRPr lang="en-US" sz="2400" dirty="0"/>
          </a:p>
          <a:p>
            <a:pPr marL="228600" lvl="1" indent="-228600">
              <a:buFont typeface=""/>
              <a:buChar char="•"/>
            </a:pPr>
            <a:r>
              <a:rPr lang="en-US" sz="2400"/>
              <a:t>Information asymmetry and communication gaps between donors and recipients.</a:t>
            </a:r>
            <a:endParaRPr lang="en-US" sz="2400" dirty="0"/>
          </a:p>
          <a:p>
            <a:pPr marL="228600" lvl="1" indent="-228600">
              <a:buFont typeface=""/>
              <a:buChar char="•"/>
            </a:pPr>
            <a:r>
              <a:rPr lang="en-US" sz="2400"/>
              <a:t>Difficulty in verifying the authenticity and urgency of requests in real time.</a:t>
            </a:r>
            <a:endParaRPr lang="en-US" sz="2400" dirty="0"/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2806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54AC4F-2D79-5689-ACB2-4C825ED77433}"/>
              </a:ext>
            </a:extLst>
          </p:cNvPr>
          <p:cNvSpPr txBox="1"/>
          <p:nvPr/>
        </p:nvSpPr>
        <p:spPr>
          <a:xfrm>
            <a:off x="316303" y="1545566"/>
            <a:ext cx="11875697" cy="45858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Our Innovation</a:t>
            </a:r>
          </a:p>
          <a:p>
            <a:pPr marL="228600" indent="-228600">
              <a:buFont typeface=""/>
              <a:buChar char="•"/>
            </a:pPr>
            <a:r>
              <a:rPr lang="en-US" sz="2400" b="1"/>
              <a:t>What Makes Your Solution Different:</a:t>
            </a:r>
            <a:r>
              <a:rPr lang="en-US" sz="2400"/>
              <a:t> It bridges the gap directly between local donors/volunteers and victims through a dedicated, role-based management structure.</a:t>
            </a:r>
            <a:endParaRPr lang="en-US" sz="2400" dirty="0"/>
          </a:p>
          <a:p>
            <a:pPr marL="228600" indent="-228600">
              <a:buFont typeface=""/>
              <a:buChar char="•"/>
            </a:pPr>
            <a:r>
              <a:rPr lang="en-US" sz="2400" b="1"/>
              <a:t>Core Idea:</a:t>
            </a:r>
            <a:r>
              <a:rPr lang="en-US" sz="2400"/>
              <a:t> A unified web platform to list, track, and request essential relief resources instantly.</a:t>
            </a:r>
            <a:endParaRPr lang="en-US" sz="2400" dirty="0"/>
          </a:p>
          <a:p>
            <a:pPr marL="228600" indent="-228600">
              <a:buFont typeface=""/>
              <a:buChar char="•"/>
            </a:pPr>
            <a:r>
              <a:rPr lang="en-US" sz="2400" b="1"/>
              <a:t>Key Features:</a:t>
            </a:r>
          </a:p>
          <a:p>
            <a:pPr marL="228600" lvl="1" indent="-228600">
              <a:buFont typeface=""/>
              <a:buChar char="•"/>
            </a:pPr>
            <a:r>
              <a:rPr lang="en-US" sz="2400"/>
              <a:t>Role-based access (Donors, Recipients, Admins) secured via JWT.</a:t>
            </a:r>
            <a:endParaRPr lang="en-US" sz="2400" dirty="0"/>
          </a:p>
          <a:p>
            <a:pPr marL="228600" lvl="1" indent="-228600">
              <a:buFont typeface=""/>
              <a:buChar char="•"/>
            </a:pPr>
            <a:r>
              <a:rPr lang="en-US" sz="2400"/>
              <a:t>CRUD operations for managing resources and live availability status.</a:t>
            </a:r>
            <a:endParaRPr lang="en-US" sz="2400" dirty="0"/>
          </a:p>
          <a:p>
            <a:pPr marL="228600" lvl="1" indent="-228600">
              <a:buFont typeface=""/>
              <a:buChar char="•"/>
            </a:pPr>
            <a:r>
              <a:rPr lang="en-US" sz="2400"/>
              <a:t>Search and filtering by item type, category, and location.</a:t>
            </a:r>
            <a:endParaRPr lang="en-US" sz="2400" dirty="0"/>
          </a:p>
          <a:p>
            <a:pPr marL="228600" indent="-228600">
              <a:buFont typeface=""/>
              <a:buChar char="•"/>
            </a:pPr>
            <a:r>
              <a:rPr lang="en-US" sz="2400" b="1"/>
              <a:t>Unique Approach:</a:t>
            </a:r>
            <a:r>
              <a:rPr lang="en-US" sz="2400"/>
              <a:t> Combining real-time tracking with secure authentication to ensure safe and transparent relief distribution.</a:t>
            </a:r>
            <a:endParaRPr lang="en-US" sz="2400" dirty="0"/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91389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A86D02-85FF-4B6A-DC4D-500653C4F2AA}"/>
              </a:ext>
            </a:extLst>
          </p:cNvPr>
          <p:cNvSpPr txBox="1"/>
          <p:nvPr/>
        </p:nvSpPr>
        <p:spPr>
          <a:xfrm>
            <a:off x="872836" y="1267691"/>
            <a:ext cx="10446327" cy="49552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Google Sans Text"/>
                <a:ea typeface="Google Sans Text"/>
                <a:cs typeface="Google Sans Text"/>
              </a:rPr>
              <a:t>How It Works</a:t>
            </a:r>
          </a:p>
          <a:p>
            <a:pPr marL="228600" indent="-228600">
              <a:buFont typeface=""/>
              <a:buChar char="•"/>
            </a:pPr>
            <a:r>
              <a:rPr lang="en-US" sz="2400" b="1">
                <a:latin typeface="Google Sans Text"/>
                <a:ea typeface="Google Sans Text"/>
                <a:cs typeface="Google Sans Text"/>
              </a:rPr>
              <a:t>Simple Workflow / Flowchart:</a:t>
            </a:r>
          </a:p>
          <a:p>
            <a:pPr marL="228600" lvl="1" indent="-228600">
              <a:buFont typeface=""/>
              <a:buChar char="•"/>
            </a:pPr>
            <a:r>
              <a:rPr lang="en-US" sz="2400" b="1">
                <a:latin typeface="Google Sans Text"/>
                <a:ea typeface="Google Sans Text"/>
                <a:cs typeface="Google Sans Text"/>
              </a:rPr>
              <a:t>Input:</a:t>
            </a:r>
            <a:r>
              <a:rPr lang="en-US" sz="2400">
                <a:latin typeface="Google Sans Text"/>
                <a:ea typeface="Google Sans Text"/>
                <a:cs typeface="Google Sans Text"/>
              </a:rPr>
              <a:t> Users register/login and post available resources or urgent needs with location/category details.</a:t>
            </a:r>
          </a:p>
          <a:p>
            <a:pPr marL="228600" lvl="1" indent="-228600">
              <a:buFont typeface=""/>
              <a:buChar char="•"/>
            </a:pPr>
            <a:r>
              <a:rPr lang="en-US" sz="2400" b="1">
                <a:latin typeface="Google Sans Text"/>
                <a:ea typeface="Google Sans Text"/>
                <a:cs typeface="Google Sans Text"/>
              </a:rPr>
              <a:t>Processing:</a:t>
            </a:r>
            <a:r>
              <a:rPr lang="en-US" sz="2400">
                <a:latin typeface="Google Sans Text"/>
                <a:ea typeface="Google Sans Text"/>
                <a:cs typeface="Google Sans Text"/>
              </a:rPr>
              <a:t> Express.js backend processes requests and securely saves data in MongoDB Atlas.</a:t>
            </a:r>
          </a:p>
          <a:p>
            <a:pPr marL="228600" lvl="1" indent="-228600">
              <a:buFont typeface=""/>
              <a:buChar char="•"/>
            </a:pPr>
            <a:r>
              <a:rPr lang="en-US" sz="2400" b="1">
                <a:latin typeface="Google Sans Text"/>
                <a:ea typeface="Google Sans Text"/>
                <a:cs typeface="Google Sans Text"/>
              </a:rPr>
              <a:t>Algorithm:</a:t>
            </a:r>
            <a:r>
              <a:rPr lang="en-US" sz="2400">
                <a:latin typeface="Google Sans Text"/>
                <a:ea typeface="Google Sans Text"/>
                <a:cs typeface="Google Sans Text"/>
              </a:rPr>
              <a:t> Query filtering &amp; role verification algorithms match user search criteria with available inventory.</a:t>
            </a:r>
          </a:p>
          <a:p>
            <a:pPr marL="228600" lvl="1" indent="-228600">
              <a:buFont typeface=""/>
              <a:buChar char="•"/>
            </a:pPr>
            <a:r>
              <a:rPr lang="en-US" sz="2400" b="1">
                <a:latin typeface="Google Sans Text"/>
                <a:ea typeface="Google Sans Text"/>
                <a:cs typeface="Google Sans Text"/>
              </a:rPr>
              <a:t>Output:</a:t>
            </a:r>
            <a:r>
              <a:rPr lang="en-US" sz="2400">
                <a:latin typeface="Google Sans Text"/>
                <a:ea typeface="Google Sans Text"/>
                <a:cs typeface="Google Sans Text"/>
              </a:rPr>
              <a:t> Instant display of verified nearby resources, allowing direct coordination.</a:t>
            </a:r>
          </a:p>
          <a:p>
            <a:pPr marL="228600" indent="-228600">
              <a:buFont typeface=""/>
              <a:buChar char="•"/>
            </a:pPr>
            <a:r>
              <a:rPr lang="en-US" sz="2400" b="1">
                <a:latin typeface="Google Sans Text"/>
                <a:ea typeface="Google Sans Text"/>
                <a:cs typeface="Google Sans Text"/>
              </a:rPr>
              <a:t>User Journey:</a:t>
            </a:r>
            <a:r>
              <a:rPr lang="en-US" sz="2400">
                <a:latin typeface="Google Sans Text"/>
                <a:ea typeface="Google Sans Text"/>
                <a:cs typeface="Google Sans Text"/>
              </a:rPr>
              <a:t> Login $\</a:t>
            </a:r>
            <a:r>
              <a:rPr lang="en-US" sz="2400" err="1">
                <a:latin typeface="Google Sans Text"/>
                <a:ea typeface="Google Sans Text"/>
                <a:cs typeface="Google Sans Text"/>
              </a:rPr>
              <a:t>rightarrow</a:t>
            </a:r>
            <a:r>
              <a:rPr lang="en-US" sz="2400">
                <a:latin typeface="Google Sans Text"/>
                <a:ea typeface="Google Sans Text"/>
                <a:cs typeface="Google Sans Text"/>
              </a:rPr>
              <a:t>$ Choose Role (Donor/Recipient) $\</a:t>
            </a:r>
            <a:r>
              <a:rPr lang="en-US" sz="2400" err="1">
                <a:latin typeface="Google Sans Text"/>
                <a:ea typeface="Google Sans Text"/>
                <a:cs typeface="Google Sans Text"/>
              </a:rPr>
              <a:t>rightarrow</a:t>
            </a:r>
            <a:r>
              <a:rPr lang="en-US" sz="2400">
                <a:latin typeface="Google Sans Text"/>
                <a:ea typeface="Google Sans Text"/>
                <a:cs typeface="Google Sans Text"/>
              </a:rPr>
              <a:t>$ Post/Search Supplies $\</a:t>
            </a:r>
            <a:r>
              <a:rPr lang="en-US" sz="2400" err="1">
                <a:latin typeface="Google Sans Text"/>
                <a:ea typeface="Google Sans Text"/>
                <a:cs typeface="Google Sans Text"/>
              </a:rPr>
              <a:t>rightarrow</a:t>
            </a:r>
            <a:r>
              <a:rPr lang="en-US" sz="2400">
                <a:latin typeface="Google Sans Text"/>
                <a:ea typeface="Google Sans Text"/>
                <a:cs typeface="Google Sans Text"/>
              </a:rPr>
              <a:t>$ Connect &amp; Coordinate</a:t>
            </a:r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27068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773B79-AF20-6792-5419-5C2F940ECD74}"/>
              </a:ext>
            </a:extLst>
          </p:cNvPr>
          <p:cNvSpPr txBox="1"/>
          <p:nvPr/>
        </p:nvSpPr>
        <p:spPr>
          <a:xfrm>
            <a:off x="249383" y="1711037"/>
            <a:ext cx="12164289" cy="42165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Technology &amp; Algorithm</a:t>
            </a:r>
          </a:p>
          <a:p>
            <a:pPr marL="228600" indent="-228600">
              <a:buFont typeface=""/>
              <a:buChar char="•"/>
            </a:pPr>
            <a:r>
              <a:rPr lang="en-US" sz="2400" b="1"/>
              <a:t>Tech Stack:</a:t>
            </a:r>
            <a:endParaRPr lang="en-US" sz="2400" b="1" dirty="0"/>
          </a:p>
          <a:p>
            <a:pPr marL="228600" lvl="1" indent="-228600">
              <a:buFont typeface=""/>
              <a:buChar char="•"/>
            </a:pPr>
            <a:r>
              <a:rPr lang="en-US" sz="2400" b="1"/>
              <a:t>Frontend:</a:t>
            </a:r>
            <a:r>
              <a:rPr lang="en-US" sz="2400"/>
              <a:t> React.js, HTML5, CSS3, JavaScript</a:t>
            </a:r>
            <a:endParaRPr lang="en-US" sz="2400" dirty="0"/>
          </a:p>
          <a:p>
            <a:pPr marL="228600" lvl="1" indent="-228600">
              <a:buFont typeface=""/>
              <a:buChar char="•"/>
            </a:pPr>
            <a:r>
              <a:rPr lang="en-US" sz="2400" b="1"/>
              <a:t>Backend:</a:t>
            </a:r>
            <a:r>
              <a:rPr lang="en-US" sz="2400"/>
              <a:t> Node.js, Express.js</a:t>
            </a:r>
            <a:endParaRPr lang="en-US" sz="2400" dirty="0"/>
          </a:p>
          <a:p>
            <a:pPr marL="228600" lvl="1" indent="-228600">
              <a:buFont typeface=""/>
              <a:buChar char="•"/>
            </a:pPr>
            <a:r>
              <a:rPr lang="en-US" sz="2400" b="1"/>
              <a:t>Database:</a:t>
            </a:r>
            <a:r>
              <a:rPr lang="en-US" sz="2400"/>
              <a:t> MongoDB Atlas (NoSQL)</a:t>
            </a:r>
            <a:endParaRPr lang="en-US" sz="2400" dirty="0"/>
          </a:p>
          <a:p>
            <a:pPr marL="228600" lvl="1" indent="-228600">
              <a:buFont typeface=""/>
              <a:buChar char="•"/>
            </a:pPr>
            <a:r>
              <a:rPr lang="en-US" sz="2400" b="1" dirty="0"/>
              <a:t>Authentication:</a:t>
            </a:r>
            <a:r>
              <a:rPr lang="en-US" sz="2400" dirty="0"/>
              <a:t> JSON Web Tokens (JWT) &amp; </a:t>
            </a:r>
            <a:r>
              <a:rPr lang="en-US" sz="2400" dirty="0" err="1"/>
              <a:t>bcrypt</a:t>
            </a:r>
            <a:endParaRPr lang="en-US" sz="2400"/>
          </a:p>
          <a:p>
            <a:pPr marL="228600" indent="-228600">
              <a:buFont typeface=""/>
              <a:buChar char="•"/>
            </a:pPr>
            <a:r>
              <a:rPr lang="en-US" sz="2400" b="1"/>
              <a:t>Main Logic / Approach:</a:t>
            </a:r>
            <a:r>
              <a:rPr lang="en-US" sz="2400"/>
              <a:t> RESTful API architecture with secure middleware authentication for fast data retrieval and search-query filtering.</a:t>
            </a:r>
            <a:endParaRPr lang="en-US" sz="2400" dirty="0"/>
          </a:p>
          <a:p>
            <a:pPr marL="228600" indent="-228600">
              <a:buFont typeface=""/>
              <a:buChar char="•"/>
            </a:pPr>
            <a:r>
              <a:rPr lang="en-US" sz="2400" b="1"/>
              <a:t>Why They Were Chosen:</a:t>
            </a:r>
            <a:r>
              <a:rPr lang="en-US" sz="2400"/>
              <a:t> The MERN stack enables rapid full-stack development, seamless JSON data handling, and high scalability for real-time applications.</a:t>
            </a:r>
            <a:endParaRPr lang="en-US" sz="2400" dirty="0"/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70029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E0DF5E-1420-652F-C1AF-E05CEA5AC56D}"/>
              </a:ext>
            </a:extLst>
          </p:cNvPr>
          <p:cNvSpPr txBox="1"/>
          <p:nvPr/>
        </p:nvSpPr>
        <p:spPr>
          <a:xfrm>
            <a:off x="498764" y="2015836"/>
            <a:ext cx="11707090" cy="3847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Demo &amp; Impact</a:t>
            </a:r>
          </a:p>
          <a:p>
            <a:pPr marL="228600" indent="-228600">
              <a:buFont typeface=""/>
              <a:buChar char="•"/>
            </a:pPr>
            <a:r>
              <a:rPr lang="en-US" sz="2400" b="1"/>
              <a:t>Screenshots / Demo:</a:t>
            </a:r>
            <a:r>
              <a:rPr lang="en-US" sz="2400"/>
              <a:t> Functional dashboard views for managing resource lists and live requests.</a:t>
            </a:r>
            <a:endParaRPr lang="en-US" sz="2400" dirty="0"/>
          </a:p>
          <a:p>
            <a:pPr marL="228600" indent="-228600">
              <a:buFont typeface=""/>
              <a:buChar char="•"/>
            </a:pPr>
            <a:r>
              <a:rPr lang="en-US" sz="2400" b="1"/>
              <a:t>Sample Output:</a:t>
            </a:r>
            <a:r>
              <a:rPr lang="en-US" sz="2400"/>
              <a:t> Real-time filtered lists showing item quantity, status (Available/Claimed), and contact details.</a:t>
            </a:r>
            <a:endParaRPr lang="en-US" sz="2400" dirty="0"/>
          </a:p>
          <a:p>
            <a:pPr marL="228600" indent="-228600">
              <a:buFont typeface=""/>
              <a:buChar char="•"/>
            </a:pPr>
            <a:r>
              <a:rPr lang="en-US" sz="2400" b="1"/>
              <a:t>Performance / Results:</a:t>
            </a:r>
            <a:r>
              <a:rPr lang="en-US" sz="2400"/>
              <a:t> Fast response times for database queries and secure session management.</a:t>
            </a:r>
            <a:endParaRPr lang="en-US" sz="2400" dirty="0"/>
          </a:p>
          <a:p>
            <a:pPr marL="228600" indent="-228600">
              <a:buFont typeface=""/>
              <a:buChar char="•"/>
            </a:pPr>
            <a:r>
              <a:rPr lang="en-US" sz="2400" b="1"/>
              <a:t>Practical Benefits:</a:t>
            </a:r>
            <a:r>
              <a:rPr lang="en-US" sz="2400"/>
              <a:t> Speeds up rescue delivery, minimizes communication delays, and ensures transparent resource allocation.</a:t>
            </a:r>
            <a:endParaRPr lang="en-US" sz="2400" dirty="0"/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95317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D781D8-49B3-EE20-09A9-48390E9231E8}"/>
              </a:ext>
            </a:extLst>
          </p:cNvPr>
          <p:cNvSpPr txBox="1"/>
          <p:nvPr/>
        </p:nvSpPr>
        <p:spPr>
          <a:xfrm>
            <a:off x="531962" y="2005642"/>
            <a:ext cx="10567357" cy="41242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Future Vision</a:t>
            </a:r>
          </a:p>
          <a:p>
            <a:pPr marL="228600" indent="-228600">
              <a:buFont typeface=""/>
              <a:buChar char="•"/>
            </a:pPr>
            <a:r>
              <a:rPr lang="en-US" sz="2400" b="1"/>
              <a:t>Current Achievement:</a:t>
            </a:r>
            <a:r>
              <a:rPr lang="en-US" sz="2400"/>
              <a:t> Successfully developed a full-stack MERN platform for emergency resource coordination.</a:t>
            </a:r>
          </a:p>
          <a:p>
            <a:pPr marL="228600" indent="-228600">
              <a:buFont typeface=""/>
              <a:buChar char="•"/>
            </a:pPr>
            <a:r>
              <a:rPr lang="en-US" sz="2400" b="1"/>
              <a:t>Future Improvements:</a:t>
            </a:r>
          </a:p>
          <a:p>
            <a:pPr marL="228600" lvl="1" indent="-228600">
              <a:buFont typeface=""/>
              <a:buChar char="•"/>
            </a:pPr>
            <a:r>
              <a:rPr lang="en-US" sz="2400"/>
              <a:t>Integration of live maps (Google Maps API) for precise geo-location tracking.</a:t>
            </a:r>
          </a:p>
          <a:p>
            <a:pPr marL="228600" lvl="1" indent="-228600">
              <a:buFont typeface=""/>
              <a:buChar char="•"/>
            </a:pPr>
            <a:r>
              <a:rPr lang="en-US" sz="2400"/>
              <a:t>Push notifications and SMS alerts for critical SOS requests.</a:t>
            </a:r>
          </a:p>
          <a:p>
            <a:pPr marL="228600" indent="-228600">
              <a:buFont typeface=""/>
              <a:buChar char="•"/>
            </a:pPr>
            <a:r>
              <a:rPr lang="en-US" sz="2400" b="1"/>
              <a:t>Scalability:</a:t>
            </a:r>
            <a:r>
              <a:rPr lang="en-US" sz="2400"/>
              <a:t> Expanding support for multilingual interfaces and multi-region disaster response.</a:t>
            </a:r>
          </a:p>
          <a:p>
            <a:pPr marL="228600" indent="-228600">
              <a:buFont typeface=""/>
              <a:buChar char="•"/>
            </a:pPr>
            <a:r>
              <a:rPr lang="en-US" sz="2400" b="1"/>
              <a:t>Final Takeaway:</a:t>
            </a:r>
            <a:r>
              <a:rPr lang="en-US" sz="2400"/>
              <a:t> Empowering communities with a transparent digital lifeline during critical emergencies.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093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6628-6A21-6F7C-AE8D-A0C510A05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313" y="2766144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388565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Project Introduction: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104</cp:revision>
  <dcterms:created xsi:type="dcterms:W3CDTF">2026-10-10T05:15:37Z</dcterms:created>
  <dcterms:modified xsi:type="dcterms:W3CDTF">2026-10-10T05:41:49Z</dcterms:modified>
</cp:coreProperties>
</file>